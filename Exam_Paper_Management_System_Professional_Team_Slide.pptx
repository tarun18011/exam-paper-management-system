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8A3324">
              <a:alpha val="25000"/>
            </a:srgbClr>
          </a:solidFill>
          <a:ln w="12700">
            <a:solidFill>
              <a:srgbClr val="8A332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8A3324">
              <a:alpha val="15000"/>
            </a:srgbClr>
          </a:solidFill>
          <a:ln w="12700">
            <a:solidFill>
              <a:srgbClr val="8A3324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PAPER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400" kern="0" dirty="0">
                <a:solidFill>
                  <a:srgbClr val="8A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system for college teachers to manage exam questions,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structured papers and export as CSV &amp; PDF.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2286000" cy="502920"/>
          </a:xfrm>
          <a:prstGeom prst="rect">
            <a:avLst/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 •  Python OOP  •  Pandas  •  ReportLab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AI/ML  |  Chandigarh University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colleges need this system?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Manual Paper Creation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manually type question papers every semester — time-consuming and error-prone.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5087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No Question Bank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scattered across Word files and emails. Hard to search or reuse.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No Bloom's / CO Tracking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levels, Bloom's taxonomy, and Course Outcomes are not tracked systematically.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0632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No Standard Format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566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teacher formats papers differently — no consistent college layout or branding.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web-based Exam Paper Management System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252F45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727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Questions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questions with topic, difficulty, marks, Bloom's level and CO to a persistent CSV bank.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252F45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5727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057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questions by topic or difficulty using Pandas DataFrames instantly.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252F45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72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Paper (CSV)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questions, fill exam details and export a structured paper as a CSV file.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30632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252F45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172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6928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Paper (PDF)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657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 formatted PDF with college header, section tables and signature lines.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built using your Python Programming curriculum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5819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API endpoints, serves the frontend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4992" y="15819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OOP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8620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4992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Question, QuestionBank, ExamPaper classes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5819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2084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9632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search questions as DataFrames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" y="31821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5156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" y="3703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question bank and paper export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3017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64992" y="31821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47F00"/>
          </a:solidFill>
          <a:ln w="12700">
            <a:solidFill>
              <a:srgbClr val="C47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8620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64992" y="3703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exam papers with college layout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3017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31821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C6B8A"/>
          </a:solidFill>
          <a:ln w="12700">
            <a:solidFill>
              <a:srgbClr val="1C6B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HTML/JS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2084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9632" y="3703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4-tab interface — Add, Bank, CSV, PDF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 from question creation to exam paper generation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1280160" cy="1280160"/>
          </a:xfrm>
          <a:prstGeom prst="ellipse">
            <a:avLst/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adds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Difficulty,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Marks, Answer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2148840"/>
            <a:ext cx="457200" cy="0"/>
          </a:xfrm>
          <a:prstGeom prst="line">
            <a:avLst/>
          </a:prstGeom>
          <a:noFill/>
          <a:ln w="25400">
            <a:solidFill>
              <a:srgbClr val="8A33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508760"/>
            <a:ext cx="1280160" cy="1280160"/>
          </a:xfrm>
          <a:prstGeom prst="ellipse">
            <a:avLst/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5087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Bank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3611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reads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filters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2148840"/>
            <a:ext cx="457200" cy="0"/>
          </a:xfrm>
          <a:prstGeom prst="line">
            <a:avLst/>
          </a:prstGeom>
          <a:noFill/>
          <a:ln w="25400">
            <a:solidFill>
              <a:srgbClr val="8A33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1508760"/>
            <a:ext cx="1280160" cy="1280160"/>
          </a:xfrm>
          <a:prstGeom prst="ellipse">
            <a:avLst/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5087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5488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611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topic 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2148840"/>
            <a:ext cx="457200" cy="0"/>
          </a:xfrm>
          <a:prstGeom prst="line">
            <a:avLst/>
          </a:prstGeom>
          <a:noFill/>
          <a:ln w="25400">
            <a:solidFill>
              <a:srgbClr val="8A33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1508760"/>
            <a:ext cx="1280160" cy="1280160"/>
          </a:xfrm>
          <a:prstGeom prst="ellipse">
            <a:avLst/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15087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0372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3611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or PDF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format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4343400"/>
            <a:ext cx="7315200" cy="594360"/>
          </a:xfrm>
          <a:prstGeom prst="roundRect">
            <a:avLst>
              <a:gd name="adj" fmla="val 9231"/>
            </a:avLst>
          </a:prstGeom>
          <a:solidFill>
            <a:srgbClr val="252F45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434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stored locally in questions.csv  •  Papers saved to papers/ folder  •  No database needed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Question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14600" y="100584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1460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Paper (CSV)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29400" y="100584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PDF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Question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 topic, difficulty, marks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Bloom's level &amp; CO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Answer stored in CSV bank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confirmation message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14600" y="141732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all stored questions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06040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by topic dropdown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0604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 with ID, topic, marks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0604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Searchable and scrollable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141732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Paper (CSV)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Fill exam name &amp; subject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0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Checkbox-select questions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6344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Download structured CSV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Includes all metadata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29400" y="141732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PDF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2084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College name &amp; exam title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20840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Sections A, B, C auto-built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2084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Bloom's &amp; CO columns shown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2084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HOD &amp; teacher sign lines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Team &amp; GitHub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280160"/>
            <a:ext cx="4846320" cy="2743200"/>
          </a:xfrm>
          <a:prstGeom prst="round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3736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/>
            </a:pPr>
            <a:r>
              <a:t>Tarun</a:t>
            </a:r>
          </a:p>
          <a:p>
            <a:pPr algn="ctr">
              <a:defRPr sz="1800"/>
            </a:pPr>
            <a:r>
              <a:t>Full Stack Developer</a:t>
            </a:r>
          </a:p>
          <a:p>
            <a:pPr algn="ctr">
              <a:defRPr sz="1800"/>
            </a:pPr>
            <a:r>
              <a:t>GitHub: @Tarun18011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Run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 4 steps — works on any laptop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02920" cy="502920"/>
          </a:xfrm>
          <a:prstGeom prst="ellipse">
            <a:avLst/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490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from GitHub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1801368"/>
            <a:ext cx="7498080" cy="384048"/>
          </a:xfrm>
          <a:prstGeom prst="roundRect">
            <a:avLst>
              <a:gd name="adj" fmla="val 11905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8013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https://github.com/krishnamj89/Exam-Paper-Management.git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502920" cy="502920"/>
          </a:xfrm>
          <a:prstGeom prst="ellipse">
            <a:avLst/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3865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into the folder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97480"/>
            <a:ext cx="7498080" cy="384048"/>
          </a:xfrm>
          <a:prstGeom prst="roundRect">
            <a:avLst>
              <a:gd name="adj" fmla="val 11905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26974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Exam-Paper-Management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300984"/>
            <a:ext cx="502920" cy="502920"/>
          </a:xfrm>
          <a:prstGeom prst="ellipse">
            <a:avLst/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2826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97280" y="3593592"/>
            <a:ext cx="7498080" cy="384048"/>
          </a:xfrm>
          <a:prstGeom prst="roundRect">
            <a:avLst>
              <a:gd name="adj" fmla="val 11905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5935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flask pandas reportlab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197096"/>
            <a:ext cx="502920" cy="502920"/>
          </a:xfrm>
          <a:prstGeom prst="ellipse">
            <a:avLst/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41788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97280" y="4489704"/>
            <a:ext cx="7498080" cy="384048"/>
          </a:xfrm>
          <a:prstGeom prst="roundRect">
            <a:avLst>
              <a:gd name="adj" fmla="val 11905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448970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320040"/>
          </a:xfrm>
          <a:prstGeom prst="roundRect">
            <a:avLst>
              <a:gd name="adj" fmla="val 11429"/>
            </a:avLst>
          </a:prstGeom>
          <a:solidFill>
            <a:srgbClr val="F0E6E0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open  http://localhost:5050  in your browser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8A3324">
              <a:alpha val="20000"/>
            </a:srgbClr>
          </a:solidFill>
          <a:ln w="12700">
            <a:solidFill>
              <a:srgbClr val="8A3324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Flask web app with 4-tab 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4015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Persistent CSV question bank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8561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Pandas-powered search &amp; filter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6966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 export in college exam format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5537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Deployed on GitHub with 3 collaborators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github.com/krishnamj89/Exam-Paper-Management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 Paper Management System</dc:title>
  <dc:subject>PptxGenJS Presentation</dc:subject>
  <dc:creator>PptxGenJS</dc:creator>
  <cp:lastModifiedBy>PptxGenJS</cp:lastModifiedBy>
  <cp:revision>1</cp:revision>
  <dcterms:created xsi:type="dcterms:W3CDTF">2026-07-03T06:27:48Z</dcterms:created>
  <dcterms:modified xsi:type="dcterms:W3CDTF">2026-07-03T06:27:48Z</dcterms:modified>
</cp:coreProperties>
</file>